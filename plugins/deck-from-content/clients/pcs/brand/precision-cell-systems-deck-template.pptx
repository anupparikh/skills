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furn:logo-reversed" descr="pcs-logo-reversed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600330" cy="5517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895600"/>
            <a:ext cx="10515600" cy="1828800"/>
          </a:xfrm>
        </p:spPr>
        <p:txBody>
          <a:bodyPr anchor="b"/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9144000" cy="10058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furn:logo-reversed" descr="pcs-logo-reversed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600330" cy="551793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017520"/>
            <a:ext cx="10515600" cy="640080"/>
          </a:xfrm>
        </p:spPr>
        <p:txBody>
          <a:bodyPr anchor="b"/>
          <a:lstStyle>
            <a:lvl1pPr marL="0" indent="0" algn="l">
              <a:buNone/>
              <a:defRPr sz="1800" b="1" cap="all" spc="2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0"/>
            <a:ext cx="10515600" cy="1828800"/>
          </a:xfrm>
        </p:spPr>
        <p:txBody>
          <a:bodyPr anchor="t"/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48624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247" y="1600200"/>
            <a:ext cx="548624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54862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548624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247" y="1535113"/>
            <a:ext cx="54862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247" y="2174875"/>
            <a:ext cx="548624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29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furn:logo" descr="pcs-logo-full-colo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25736" y="301752"/>
            <a:ext cx="1554479" cy="35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Precision Cell Systems">
  <a:themeElements>
    <a:clrScheme name="Precision Cell Systems">
      <a:dk1>
        <a:srgbClr val="4A5568"/>
      </a:dk1>
      <a:lt1>
        <a:srgbClr val="FFFFFF"/>
      </a:lt1>
      <a:dk2>
        <a:srgbClr val="001A4D"/>
      </a:dk2>
      <a:lt2>
        <a:srgbClr val="E8EEF6"/>
      </a:lt2>
      <a:accent1>
        <a:srgbClr val="0056B7"/>
      </a:accent1>
      <a:accent2>
        <a:srgbClr val="00A3FF"/>
      </a:accent2>
      <a:accent3>
        <a:srgbClr val="26A74A"/>
      </a:accent3>
      <a:accent4>
        <a:srgbClr val="DC3445"/>
      </a:accent4>
      <a:accent5>
        <a:srgbClr val="16335E"/>
      </a:accent5>
      <a:accent6>
        <a:srgbClr val="4A5568"/>
      </a:accent6>
      <a:hlink>
        <a:srgbClr val="0056B7"/>
      </a:hlink>
      <a:folHlink>
        <a:srgbClr val="00A3FF"/>
      </a:folHlink>
    </a:clrScheme>
    <a:fontScheme name="Precision Cell Systems">
      <a:majorFont>
        <a:latin typeface="Merriweather" pitchFamily="2" charset="0"/>
        <a:ea typeface=""/>
        <a:cs typeface=""/>
      </a:majorFont>
      <a:minorFont>
        <a:latin typeface="Franklin Gothic Book" pitchFamily="2" charset="0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PCS template — standard layouts, PCS brand skin</dc:title>
  <dc:subject/>
  <dc:creator/>
  <cp:keywords>brandcfg-version:2.0;brandcfg-hash:5c090e03f680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